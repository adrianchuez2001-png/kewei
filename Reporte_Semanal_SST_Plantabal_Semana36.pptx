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0D336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200400" cy="54864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PLANTABAL S.A.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229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 SEMANAL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SST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36  —  Septiembre 2026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64592" cy="164592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7614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Preventivo — Tablero Eléctrico SCI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44952"/>
            <a:ext cx="164592" cy="164592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30175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Semanal Motobomba SCI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00984"/>
            <a:ext cx="164592" cy="164592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32735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— Prueba de Ajuste Respiradores ARMOR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9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Elaborado por: Kevin Martínez — Pasante EHS  |  KM 4.5 Vía Valencia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33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3657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MANTENIMIENTO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TABLERO SCI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228600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783080"/>
            <a:ext cx="256032" cy="256032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46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 / 2026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2560320"/>
            <a:ext cx="256032" cy="256032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52374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control y fuerza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cuarto de bombeo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3337560"/>
            <a:ext cx="256032" cy="256032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30098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Jonathan Cedeño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(Electrical Services JC)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4114800"/>
            <a:ext cx="256032" cy="256032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07822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Limpieza, pintado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etiquetado completo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977640" y="228600"/>
            <a:ext cx="4937760" cy="2240280"/>
          </a:xfrm>
          <a:prstGeom prst="rect">
            <a:avLst/>
          </a:prstGeom>
          <a:solidFill>
            <a:srgbClr val="0A2744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77640" y="228600"/>
            <a:ext cx="49377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FOTO TABLERO ANTES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(insertar imagen)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77640" y="2651760"/>
            <a:ext cx="4937760" cy="2240280"/>
          </a:xfrm>
          <a:prstGeom prst="rect">
            <a:avLst/>
          </a:prstGeom>
          <a:solidFill>
            <a:srgbClr val="0A2744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77640" y="2651760"/>
            <a:ext cx="49377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FOTO TABLERO DESPUÉS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(insertar imagen)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77640" y="2487168"/>
            <a:ext cx="4937760" cy="18288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977640" y="24871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4871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HALLAZGOS — TABLERO SCI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182880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40233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9875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TERMINALES RECALENTADOS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48132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Bomba 1 y Bomba 2: terminales de potencia con evidencia de sobrecalentamiento y oxidación.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Acción: Reemplazo inmediato durante el mantenimiento.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880360"/>
            <a:ext cx="4023360" cy="2011680"/>
          </a:xfrm>
          <a:prstGeom prst="rect">
            <a:avLst/>
          </a:prstGeom>
          <a:solidFill>
            <a:srgbClr val="FEF9E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" y="288036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Foto terminales recalentados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(insertar imagen)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960120"/>
            <a:ext cx="4023360" cy="182880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960120"/>
            <a:ext cx="402336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83480" y="9875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CONECTORES EN MAL ESTADO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148132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Conectores de funda sellada de bomba con deterioro visible. Riesgo de falla eléctrica.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Acción: Sustitución completa de conectores.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880360"/>
            <a:ext cx="4023360" cy="201168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288036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Foto conectores dañados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(insertar imagen)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33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3200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 SEMANAL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MOTOBOMBA SCI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645920"/>
            <a:ext cx="256032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Frecuencia: SEMANAL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2402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prueba semanal de arranque garantiza que la motobomba esté al 100% de su capacidad operativa. En caso de un evento de incendio, el sistema debe responder de forma inmediata, sin fallas de arranque ni pérdida de presión.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3749040"/>
            <a:ext cx="3383280" cy="640080"/>
          </a:xfrm>
          <a:prstGeom prst="rect">
            <a:avLst/>
          </a:prstGeom>
          <a:solidFill>
            <a:srgbClr val="0A5C1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3794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Resultado esta semana: SATISFACTORIO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Sistema operativo al 100%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69080" y="228600"/>
            <a:ext cx="4846320" cy="4663440"/>
          </a:xfrm>
          <a:prstGeom prst="rect">
            <a:avLst/>
          </a:prstGeom>
          <a:solidFill>
            <a:srgbClr val="0A2744"/>
          </a:solidFill>
          <a:ln w="19050">
            <a:solidFill>
              <a:srgbClr val="2196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69080" y="228600"/>
            <a:ext cx="48463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AQUÍ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PRUEBA MOTOBOMBA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 foto del chorro de agua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los tanques rojos)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336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A2744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0" y="0"/>
            <a:ext cx="45720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INSERTAR FOTO RESPIRADORES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(explicación del equipo)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663440" y="0"/>
            <a:ext cx="4480560" cy="2651760"/>
          </a:xfrm>
          <a:prstGeom prst="rect">
            <a:avLst/>
          </a:prstGeom>
          <a:solidFill>
            <a:srgbClr val="0A2744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63440" y="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INSERTAR FOTO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A7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AJUSTE FACIAL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2743200"/>
            <a:ext cx="4480560" cy="24003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54880" y="28346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CAPACITACIÓN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RESPIRADORES ARMOR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363931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Empresa: COREMATIERALS / ALTEK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Medio rostro — Marca ARMOR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Actividad: Prueba de ajuste y hermeticidad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4526280"/>
            <a:ext cx="4206240" cy="384048"/>
          </a:xfrm>
          <a:prstGeom prst="rect">
            <a:avLst/>
          </a:prstGeom>
          <a:solidFill>
            <a:srgbClr val="0A5C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455371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Personal capacitado y verificado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3363"/>
          </a:solidFill>
          <a:ln/>
        </p:spPr>
      </p:sp>
      <p:pic>
        <p:nvPicPr>
          <p:cNvPr id="4" name="Image 0" descr="/tmp/claude-0/-home-user-kewei/9baee1fe-95ec-5175-8c53-515945a03ef9/scratchpad/pptx_build/app_index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5989320" y="182880"/>
            <a:ext cx="3108960" cy="1965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65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 DIGITAL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96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APLICACIONES EHS — PLANTABAL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530352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4173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área SST de Plantabal cuenta con un ecosistema digital de aplicaciones web desarrolladas internamente. Acceso centralizado desde cualquier dispositivo, datos en tiempo real, sin instalación de software.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423160"/>
            <a:ext cx="1554480" cy="914400"/>
          </a:xfrm>
          <a:prstGeom prst="rect">
            <a:avLst/>
          </a:prstGeom>
          <a:solidFill>
            <a:srgbClr val="197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24871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10 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240280" y="2423160"/>
            <a:ext cx="1554480" cy="914400"/>
          </a:xfrm>
          <a:prstGeom prst="rect">
            <a:avLst/>
          </a:prstGeom>
          <a:solidFill>
            <a:srgbClr val="197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40280" y="24871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224028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Móvil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023360" y="2423160"/>
            <a:ext cx="1554480" cy="914400"/>
          </a:xfrm>
          <a:prstGeom prst="rect">
            <a:avLst/>
          </a:prstGeom>
          <a:solidFill>
            <a:srgbClr val="197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023360" y="24871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402336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Real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520440"/>
            <a:ext cx="5303520" cy="411480"/>
          </a:xfrm>
          <a:prstGeom prst="rect">
            <a:avLst/>
          </a:prstGeom>
          <a:solidFill>
            <a:srgbClr val="0A2744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94360" y="3566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adrianchuez2001-png.github.io/kewei/</a:t>
            </a:r>
            <a:endParaRPr lang="en-US" sz="1100" dirty="0"/>
          </a:p>
        </p:txBody>
      </p:sp>
      <p:pic>
        <p:nvPicPr>
          <p:cNvPr id="20" name="Image 1" descr="/tmp/claude-0/-home-user-kewei/9baee1fe-95ec-5175-8c53-515945a03ef9/scratchpad/pptx_build/app_index.png">    </p:cNvPr>
          <p:cNvPicPr>
            <a:picLocks noChangeAspect="1"/>
          </p:cNvPicPr>
          <p:nvPr/>
        </p:nvPicPr>
        <p:blipFill>
          <a:blip r:embed="rId2">
            <a:alphaModFix amt="95000"/>
          </a:blip>
          <a:stretch>
            <a:fillRect/>
          </a:stretch>
        </p:blipFill>
        <p:spPr>
          <a:xfrm>
            <a:off x="5989320" y="2240280"/>
            <a:ext cx="310896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801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DE CAMPO — SST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64592" y="868680"/>
            <a:ext cx="2834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pic>
        <p:nvPicPr>
          <p:cNvPr id="6" name="Image 0" descr="/tmp/claude-0/-home-user-kewei/9baee1fe-95ec-5175-8c53-515945a03ef9/scratchpad/pptx_build/app_extint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905256"/>
            <a:ext cx="2761488" cy="129844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4592" y="2240280"/>
            <a:ext cx="283464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37744" y="225856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Extintores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237744" y="249631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331 registros · vencimientos y ubicaciones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136392" y="868680"/>
            <a:ext cx="2834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pic>
        <p:nvPicPr>
          <p:cNvPr id="11" name="Image 1" descr="/tmp/claude-0/-home-user-kewei/9baee1fe-95ec-5175-8c53-515945a03ef9/scratchpad/pptx_build/app_inducc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905256"/>
            <a:ext cx="2761488" cy="129844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136392" y="2240280"/>
            <a:ext cx="283464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209544" y="225856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Inducción EHS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3209544" y="249631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con firma digital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6108192" y="868680"/>
            <a:ext cx="2834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pic>
        <p:nvPicPr>
          <p:cNvPr id="16" name="Image 2" descr="/tmp/claude-0/-home-user-kewei/9baee1fe-95ec-5175-8c53-515945a03ef9/scratchpad/pptx_build/app_brigad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905256"/>
            <a:ext cx="2761488" cy="129844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108192" y="2240280"/>
            <a:ext cx="283464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181344" y="225856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Brigadas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6181344" y="249631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Turnos, brigadistas · Semana 37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164592" y="2971800"/>
            <a:ext cx="2834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pic>
        <p:nvPicPr>
          <p:cNvPr id="21" name="Image 3" descr="/tmp/claude-0/-home-user-kewei/9baee1fe-95ec-5175-8c53-515945a03ef9/scratchpad/pptx_build/app_iper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3008376"/>
            <a:ext cx="2761488" cy="129844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164592" y="4343400"/>
            <a:ext cx="283464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237744" y="436168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IPERC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237744" y="459943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GTC 45 · Exportación a Excel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3136392" y="2971800"/>
            <a:ext cx="2834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pic>
        <p:nvPicPr>
          <p:cNvPr id="26" name="Image 4" descr="/tmp/claude-0/-home-user-kewei/9baee1fe-95ec-5175-8c53-515945a03ef9/scratchpad/pptx_build/app_qrpeligroso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2968" y="3008376"/>
            <a:ext cx="2761488" cy="1298448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3136392" y="4343400"/>
            <a:ext cx="283464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3209544" y="436168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Peligrosos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3209544" y="459943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de sustancias peligrosas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6108192" y="2971800"/>
            <a:ext cx="2834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pic>
        <p:nvPicPr>
          <p:cNvPr id="31" name="Image 5" descr="/tmp/claude-0/-home-user-kewei/9baee1fe-95ec-5175-8c53-515945a03ef9/scratchpad/pptx_build/app_qrreciclaj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3008376"/>
            <a:ext cx="2761488" cy="1298448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6108192" y="4343400"/>
            <a:ext cx="2834640" cy="594360"/>
          </a:xfrm>
          <a:prstGeom prst="rect">
            <a:avLst/>
          </a:prstGeom>
          <a:solidFill>
            <a:srgbClr val="1B4F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6181344" y="4361688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Bodega de Reciclaje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6181344" y="459943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materiales reciclables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3363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457200" y="49286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9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PLANTABAL  |  SST  |  Sep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801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APPS EXTERNAS — LINKS DE ACCESO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01168" y="868680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pic>
        <p:nvPicPr>
          <p:cNvPr id="6" name="Image 0" descr="/tmp/claude-0/-home-user-kewei/9baee1fe-95ec-5175-8c53-515945a03ef9/scratchpad/pptx_build/app_nueva_aplicaciom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" y="905256"/>
            <a:ext cx="2761488" cy="1371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2350008"/>
            <a:ext cx="100584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4320" y="2350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Script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292608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Inspecciones SST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92608" y="3099816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inspecciones de seguridad. Registro de hallazgos y seguimiento de acciones correctivas.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74320" y="4023360"/>
            <a:ext cx="2688336" cy="658368"/>
          </a:xfrm>
          <a:prstGeom prst="rect">
            <a:avLst/>
          </a:prstGeom>
          <a:solidFill>
            <a:srgbClr val="F0F7FF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0896" y="4069080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🔗  script.google.com/macros/s/AKfycby-.../exec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72968" y="868680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pic>
        <p:nvPicPr>
          <p:cNvPr id="14" name="Image 1" descr="/tmp/claude-0/-home-user-kewei/9baee1fe-95ec-5175-8c53-515945a03ef9/scratchpad/pptx_build/app_appp_ambien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905256"/>
            <a:ext cx="2761488" cy="13716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246120" y="2350008"/>
            <a:ext cx="100584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246120" y="2350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Script</a:t>
            </a:r>
            <a:endParaRPr lang="en-US" sz="800" dirty="0"/>
          </a:p>
        </p:txBody>
      </p:sp>
      <p:sp>
        <p:nvSpPr>
          <p:cNvPr id="17" name="Text 13"/>
          <p:cNvSpPr txBox="1"/>
          <p:nvPr/>
        </p:nvSpPr>
        <p:spPr>
          <a:xfrm>
            <a:off x="3264408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SST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3264408" y="3099816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y evaluación del sistema de seguridad y salud en el trabajo. Seguimiento de cumplimiento legal.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246120" y="4023360"/>
            <a:ext cx="2688336" cy="658368"/>
          </a:xfrm>
          <a:prstGeom prst="rect">
            <a:avLst/>
          </a:prstGeom>
          <a:solidFill>
            <a:srgbClr val="F0F7FF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282696" y="4069080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🔗  script.google.com/macros/s/AKfycbxuyl-.../exec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6144768" y="868680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pic>
        <p:nvPicPr>
          <p:cNvPr id="22" name="Image 2" descr="/tmp/claude-0/-home-user-kewei/9baee1fe-95ec-5175-8c53-515945a03ef9/scratchpad/pptx_build/app_plaext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905256"/>
            <a:ext cx="2761488" cy="13716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217920" y="2350008"/>
            <a:ext cx="100584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217920" y="2350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800" dirty="0"/>
          </a:p>
        </p:txBody>
      </p:sp>
      <p:sp>
        <p:nvSpPr>
          <p:cNvPr id="25" name="Text 20"/>
          <p:cNvSpPr txBox="1"/>
          <p:nvPr/>
        </p:nvSpPr>
        <p:spPr>
          <a:xfrm>
            <a:off x="6236208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Segregación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6236208" y="3099816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y auditoría de la correcta segregación de residuos ambientales en las áreas de la planta.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217920" y="4023360"/>
            <a:ext cx="2688336" cy="658368"/>
          </a:xfrm>
          <a:prstGeom prst="rect">
            <a:avLst/>
          </a:prstGeom>
          <a:solidFill>
            <a:srgbClr val="F0F7FF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254496" y="4069080"/>
            <a:ext cx="2615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976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🔗  auditoria-de-segregacion.web.app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3363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457200" y="49286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9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PLANTABAL  |  SST  |  Sep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3" name="Shape 1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0D336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200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ACTIVIDADES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94360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777240" cy="256032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002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3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57276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mtto. preventivo tablero: 07 marzo 2027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777240" cy="256032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1488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3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12140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 prueba semanal de motobomba (cada semana)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77724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974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3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EPP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67004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periódica de respiradores ARMOR — antes de cada uso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77724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2461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3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EPP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21868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Reemplazo de filtros según frecuencia de exposición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7772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7947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3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376732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gabinete tablero cerrado — evitar polvo y humedad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7772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3434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3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31596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disparos de protecciones para análisis técnico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4572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Martínez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Pasante EHS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36 · Sep 2026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0" y="1691640"/>
            <a:ext cx="2011680" cy="45720"/>
          </a:xfrm>
          <a:prstGeom prst="rect">
            <a:avLst/>
          </a:prstGeom>
          <a:solidFill>
            <a:srgbClr val="2196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20840" y="181051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9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PLANTABAL S.A.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9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4.5 Vía Valencia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2026-09-08T18:36:46Z</dcterms:created>
  <dcterms:modified xsi:type="dcterms:W3CDTF">2026-09-08T18:36:46Z</dcterms:modified>
</cp:coreProperties>
</file>