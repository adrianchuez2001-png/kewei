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188720"/>
            <a:ext cx="4754880" cy="4754880"/>
          </a:xfrm>
          <a:prstGeom prst="ellipse">
            <a:avLst/>
          </a:prstGeom>
          <a:ln w="508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-457200"/>
            <a:ext cx="3291840" cy="3291840"/>
          </a:xfrm>
          <a:prstGeom prst="ellipse">
            <a:avLst/>
          </a:prstGeom>
          <a:ln w="508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0CAF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PLANTABAL · DEPARTAMENTO SST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</a:t>
            </a:r>
            <a:endParaRPr lang="en-US" sz="64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SEMANAL SST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16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90CAF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SEMANA 36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735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CAF9">
                    <a:alpha val="70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 – 07 de Septiembre,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1965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7307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MANTENIMIENTO TABLERO SCI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15768" y="3730752"/>
            <a:ext cx="135697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3730752"/>
            <a:ext cx="1356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PRUEBA MOTOBOMBA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82466" y="3730752"/>
            <a:ext cx="1492301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82466" y="3730752"/>
            <a:ext cx="14923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RESPIRADORES ARMOR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784494" y="3730752"/>
            <a:ext cx="1830629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84494" y="3730752"/>
            <a:ext cx="183062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REPOSITORIO EHS DIGITAL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Actividad 01 · 05 Septiembre 2026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Mantenimiento Tablero Eléctrico de Control SCI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3163824" cy="201168"/>
          </a:xfrm>
          <a:prstGeom prst="roundRect">
            <a:avLst>
              <a:gd name="adj" fmla="val 18182"/>
            </a:avLst>
          </a:prstGeom>
          <a:solidFill>
            <a:srgbClr val="EBF4FD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88696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Ing. Jonathan Cedeño · Electrical Services JC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7" name="Image 0" descr="/tmp/claude-0/-home-user-kewei/9baee1fe-95ec-5175-8c53-515945a03ef9/scratchpad/pptx_build/tablero_3_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216152"/>
            <a:ext cx="2487168" cy="13167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259689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ELÉCTRICO SCI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3017520" y="118872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10" name="Image 1" descr="/tmp/claude-0/-home-user-kewei/9baee1fe-95ec-5175-8c53-515945a03ef9/scratchpad/pptx_build/tablero_3_2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44952" y="1216152"/>
            <a:ext cx="2487168" cy="1316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17520" y="259689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— ANTES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365760" y="2843784"/>
            <a:ext cx="254203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13" name="Image 2" descr="/tmp/claude-0/-home-user-kewei/9baee1fe-95ec-5175-8c53-515945a03ef9/scratchpad/pptx_build/tablero_3_3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3192" y="2871216"/>
            <a:ext cx="2487168" cy="10424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760" y="397764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— DESPUÉS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3017520" y="2843784"/>
            <a:ext cx="254203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16" name="Image 3" descr="/tmp/claude-0/-home-user-kewei/9baee1fe-95ec-5175-8c53-515945a03ef9/scratchpad/pptx_build/tablero_3_4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044952" y="2871216"/>
            <a:ext cx="2487168" cy="10424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017520" y="397764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INTERVENCIÓN</a:t>
            </a:r>
            <a:endParaRPr lang="en-US" sz="650" dirty="0"/>
          </a:p>
        </p:txBody>
      </p:sp>
      <p:sp>
        <p:nvSpPr>
          <p:cNvPr id="18" name="Shape 12"/>
          <p:cNvSpPr/>
          <p:nvPr/>
        </p:nvSpPr>
        <p:spPr>
          <a:xfrm>
            <a:off x="5806440" y="1188720"/>
            <a:ext cx="2971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925312" y="1289304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25312" y="1545336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25896" y="1499616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Terminales recalentadas — Bomba 1 y Bomba 2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5925312" y="1728216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025896" y="1682496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de manguito sellado dañados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925312" y="1911096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025896" y="1865376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componentes inspeccionados y normalizados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925312" y="2084832"/>
            <a:ext cx="2734056" cy="201168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925312" y="208483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✓  9/9 CONFORME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806440" y="2322576"/>
            <a:ext cx="2971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925312" y="242316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Próximo mantenimiento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925312" y="265176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de marzo de 2027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5806440" y="2889504"/>
            <a:ext cx="2971800" cy="1435608"/>
          </a:xfrm>
          <a:prstGeom prst="roundRect">
            <a:avLst>
              <a:gd name="adj" fmla="val 382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925312" y="2980944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Bomba inspeccionada</a:t>
            </a:r>
            <a:endParaRPr lang="en-US" sz="1100" dirty="0"/>
          </a:p>
        </p:txBody>
      </p:sp>
      <p:pic>
        <p:nvPicPr>
          <p:cNvPr id="33" name="Image 4" descr="/tmp/claude-0/-home-user-kewei/9baee1fe-95ec-5175-8c53-515945a03ef9/scratchpad/pptx_build/tablero_4_1.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25312" y="3200400"/>
            <a:ext cx="2734056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Hallazgos · Evidencia fotográfica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Condiciones encontradas en campo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1605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5" name="Image 0" descr="/tmp/claude-0/-home-user-kewei/9baee1fe-95ec-5175-8c53-515945a03ef9/scratchpad/pptx_build/tablero_4_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197864"/>
            <a:ext cx="4105656" cy="2185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410712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5488" y="3511296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Terminales Recalentadas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3730752"/>
            <a:ext cx="3941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Terminales con signos de sobrecalentamiento en Bomba 1 y Bomba 2. Intervenidas y normalizadas. Se reemplazaron terminales y se verificó continuidad.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7720" y="1170432"/>
            <a:ext cx="41605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10" name="Image 1" descr="/tmp/claude-0/-home-user-kewei/9baee1fe-95ec-5175-8c53-515945a03ef9/scratchpad/pptx_build/tablero_4_3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45152" y="1197864"/>
            <a:ext cx="4105656" cy="21854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17720" y="3410712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27448" y="3511296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Conector de Manguito Dañado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727448" y="3730752"/>
            <a:ext cx="3941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térmico visible en el conector. Reemplazo completo para garantizar continuidad eléctrica y seguridad operativa del circuito SCI.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Actividad 02 · Frecuencia Semanal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Prueba Operacional Semanal — Motobomba SCI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5" name="Image 0" descr="/tmp/claude-0/-home-user-kewei/9baee1fe-95ec-5175-8c53-515945a03ef9/scratchpad/pptx_build/fotos_moto/WhatsApp Image 2026-09-08 at 1.22.11 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197864"/>
            <a:ext cx="4974336" cy="3602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1170432"/>
            <a:ext cx="3154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42432" y="127101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Objetivo de la prueba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42432" y="152704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43016" y="148132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arranque automático y manual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742432" y="170992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43016" y="166420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presión y caudal operativo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42432" y="189280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43016" y="184708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disponibilidad ante emergencia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42432" y="207568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43016" y="202996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anomalías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742432" y="2249424"/>
            <a:ext cx="2916936" cy="201168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42432" y="2249424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✓  OPERATIVA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23560" y="3145536"/>
            <a:ext cx="3154680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42432" y="3236976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¿Por qué es crítica?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42432" y="3456432"/>
            <a:ext cx="29169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semanal garantiza que el equipo responderá al 100% ante un evento real. Un SCI inoperativo en emergencia puede tener consecuencias irreversibles para la planta y el personal.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Actividad 03 · Salud Ocupacional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Prueba de Ajuste y Capacitación — Respiradores ARMOR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5" name="Image 0" descr="/tmp/claude-0/-home-user-kewei/9baee1fe-95ec-5175-8c53-515945a03ef9/scratchpad/pptx_build/fotos_zip/WhatsApp Image 2026-09-08 at 1.17.34 PM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" y="1143000"/>
            <a:ext cx="2578608" cy="20025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209544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PERSONAL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3154680" y="1115568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8" name="Image 1" descr="/tmp/claude-0/-home-user-kewei/9baee1fe-95ec-5175-8c53-515945a03ef9/scratchpad/pptx_build/fotos_zip/WhatsApp Image 2026-09-08 at 1.17.34 PM (1)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82112" y="1143000"/>
            <a:ext cx="2578608" cy="20025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154680" y="3209544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AJUSTE INDIVIDUAL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5943600" y="1115568"/>
            <a:ext cx="263347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BBDEFB"/>
            </a:solidFill>
            <a:prstDash val="solid"/>
          </a:ln>
        </p:spPr>
      </p:sp>
      <p:pic>
        <p:nvPicPr>
          <p:cNvPr id="11" name="Image 2" descr="/tmp/claude-0/-home-user-kewei/9baee1fe-95ec-5175-8c53-515945a03ef9/scratchpad/pptx_build/fotos_zip/WhatsApp Image 2026-09-08 at 1.17.34 PM (2)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71032" y="1143000"/>
            <a:ext cx="2578608" cy="20025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943600" y="3209544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EN PLANTA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365760" y="3410712"/>
            <a:ext cx="84124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4632" y="3511296"/>
            <a:ext cx="8174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Puntos cubiertos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4632" y="376732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85216" y="3721608"/>
            <a:ext cx="8065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 respirador según tarea · Técnica correcta de colocación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84632" y="395020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85216" y="3904488"/>
            <a:ext cx="8065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ajuste positiva y negativa · Reconocimiento de vida útil del filtro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84632" y="4133088"/>
            <a:ext cx="54864" cy="5486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85216" y="4087368"/>
            <a:ext cx="8065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limpieza del equipo · Marca ARMOR — certificación vigente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Gestión Digital · Departamento SST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Repositorio Digital EHS — Plantabal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Centralización de herramientas, formatos e inspecciones en plataformas digitales desarrolladas internamente.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523744" cy="1005840"/>
          </a:xfrm>
          <a:prstGeom prst="roundRect">
            <a:avLst>
              <a:gd name="adj" fmla="val 5455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7160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0CAF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9019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>
                    <a:alpha val="85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APPS ACTIVAS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035808" y="1298448"/>
            <a:ext cx="2523744" cy="1005840"/>
          </a:xfrm>
          <a:prstGeom prst="roundRect">
            <a:avLst>
              <a:gd name="adj" fmla="val 5455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35808" y="137160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0CAF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19019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>
                    <a:alpha val="85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APPS HTML LOCALES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705856" y="1298448"/>
            <a:ext cx="2523744" cy="1005840"/>
          </a:xfrm>
          <a:prstGeom prst="roundRect">
            <a:avLst>
              <a:gd name="adj" fmla="val 5455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05856" y="137160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0CAF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5705856" y="190195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>
                    <a:alpha val="85000"/>
                  </a:srgbClr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APPS EXTERNAS</a:t>
            </a:r>
            <a:endParaRPr lang="en-US" sz="750" dirty="0"/>
          </a:p>
        </p:txBody>
      </p:sp>
      <p:pic>
        <p:nvPicPr>
          <p:cNvPr id="14" name="Image 0" descr="/tmp/claude-0/-home-user-kewei/9baee1fe-95ec-5175-8c53-515945a03ef9/scratchpad/pptx_build/app_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261872"/>
            <a:ext cx="3703320" cy="35478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5760" y="2423160"/>
            <a:ext cx="44805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" y="252374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Herramientas EHS desarrolladas internamente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" y="2807208"/>
            <a:ext cx="42428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en GitHub Pages para inspecciones, registros y seguimiento en tiempo real desde cualquier dispositivo.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Cero costo de infraestructura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sin instalación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Actualizaciones inmediatas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Evidencia digital trazable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Aplicaciones locales · GitHub Pages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Herramientas EHS desarrolladas internamente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" y="1115568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5" name="Image 0" descr="/tmp/claude-0/-home-user-kewei/9baee1fe-95ec-5175-8c53-515945a03ef9/scratchpad/pptx_build/app_induc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6616" y="1115568"/>
            <a:ext cx="201168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" y="2450592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38912" y="254203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INDUCCIÓN EHS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275234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Tiempo real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496312" y="1115568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10" name="Image 1" descr="/tmp/claude-0/-home-user-kewei/9baee1fe-95ec-5175-8c53-515945a03ef9/scratchpad/pptx_build/app_extintor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96312" y="1115568"/>
            <a:ext cx="2011680" cy="1371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96312" y="2450592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578608" y="254203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EXTINTORES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2578608" y="275234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Inspección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636008" y="1115568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15" name="Image 2" descr="/tmp/claude-0/-home-user-kewei/9baee1fe-95ec-5175-8c53-515945a03ef9/scratchpad/pptx_build/app_brigada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36008" y="1115568"/>
            <a:ext cx="2011680" cy="13716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36008" y="2450592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718304" y="254203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BRIGADAS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718304" y="275234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Registro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6775704" y="1115568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20" name="Image 3" descr="/tmp/claude-0/-home-user-kewei/9baee1fe-95ec-5175-8c53-515945a03ef9/scratchpad/pptx_build/app_iperc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75704" y="1115568"/>
            <a:ext cx="2011680" cy="1371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75704" y="2450592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0" y="254203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IPERC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275234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Riesgos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1426464" y="3255264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25" name="Image 4" descr="/tmp/claude-0/-home-user-kewei/9baee1fe-95ec-5175-8c53-515945a03ef9/scratchpad/pptx_build/app_appp_ambient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426464" y="3255264"/>
            <a:ext cx="2011680" cy="13716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426464" y="4590288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508760" y="468172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 AMBIENTE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508760" y="489204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Seguimiento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3566160" y="3255264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30" name="Image 5" descr="/tmp/claude-0/-home-user-kewei/9baee1fe-95ec-5175-8c53-515945a03ef9/scratchpad/pptx_build/app_inspeccione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566160" y="3255264"/>
            <a:ext cx="2011680" cy="13716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3566160" y="4590288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3648456" y="468172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INSPECCIONES SST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3648456" y="489204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Campo</a:t>
            </a:r>
            <a:endParaRPr lang="en-US" sz="700" dirty="0"/>
          </a:p>
        </p:txBody>
      </p:sp>
      <p:sp>
        <p:nvSpPr>
          <p:cNvPr id="34" name="Shape 26"/>
          <p:cNvSpPr/>
          <p:nvPr/>
        </p:nvSpPr>
        <p:spPr>
          <a:xfrm>
            <a:off x="5705856" y="3255264"/>
            <a:ext cx="201168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pic>
        <p:nvPicPr>
          <p:cNvPr id="35" name="Image 6" descr="/tmp/claude-0/-home-user-kewei/9baee1fe-95ec-5175-8c53-515945a03ef9/scratchpad/pptx_build/app_evalu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705856" y="3255264"/>
            <a:ext cx="2011680" cy="137160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705856" y="4590288"/>
            <a:ext cx="201168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5788152" y="468172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EVALÚA SST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5788152" y="489204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HTML · Evaluación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E88E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Apps externas · Google Workspace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Aplicaciones Web y Apps Script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380744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BF4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" y="1380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35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Inspecciones SST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572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inspecciones de campo con registro automático en Google Sheets.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93408" y="1554480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EBF4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93408" y="155448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APPS SCRIPT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22576"/>
            <a:ext cx="84124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496312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BF4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24963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505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Evalúa SST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883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conocimientos en seguridad para personal operativo con puntaje automático.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93408" y="2670048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EBF4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67004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APPS SCRIPT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84124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" y="3611880"/>
            <a:ext cx="621792" cy="621792"/>
          </a:xfrm>
          <a:prstGeom prst="roundRect">
            <a:avLst>
              <a:gd name="adj" fmla="val 8824"/>
            </a:avLst>
          </a:prstGeom>
          <a:solidFill>
            <a:srgbClr val="EBF4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3611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6616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Auditoría de Segregación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0390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segregación de residuos sólidos y seguimiento de cumplimiento ambiental.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47104" y="3785616"/>
            <a:ext cx="1225296" cy="237744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47104" y="378561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E7D3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GOOGLE SHEETS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2026-09-08T20:27:52Z</dcterms:created>
  <dcterms:modified xsi:type="dcterms:W3CDTF">2026-09-08T20:27:52Z</dcterms:modified>
</cp:coreProperties>
</file>