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jpeg"/><Relationship Id="rId5" Type="http://schemas.openxmlformats.org/officeDocument/2006/relationships/image" Target="../media/image-2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ln w="381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457200"/>
            <a:ext cx="3200400" cy="3200400"/>
          </a:xfrm>
          <a:prstGeom prst="ellipse">
            <a:avLst/>
          </a:prstGeom>
          <a:ln w="381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PLANTABAL · DEPARTAMENTO SST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REPORTE</a:t>
            </a:r>
            <a:endParaRPr lang="en-US" sz="6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SEMANAL SST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346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200" kern="0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SEMANA 36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91840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CAF9">
                    <a:alpha val="70000"/>
                  </a:srgbClr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 – 07 de Septiembre, 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3749040"/>
            <a:ext cx="198882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749040"/>
            <a:ext cx="19888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MANTENIMIENTO TABLERO SCI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738628" y="3749040"/>
            <a:ext cx="137160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38628" y="37490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MOTOBOMBA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4219956" y="3749040"/>
            <a:ext cx="15087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19956" y="374904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RESPIRADORES ARMOR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5838444" y="3749040"/>
            <a:ext cx="18516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38444" y="3749040"/>
            <a:ext cx="18516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REPOSITORIO EHS DIGITAL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Actividad 01 · 05 Septiembre 2026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Mantenimiento Tablero Eléctrico de Control SCI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96112"/>
            <a:ext cx="3246120" cy="201168"/>
          </a:xfrm>
          <a:prstGeom prst="roundRect">
            <a:avLst>
              <a:gd name="adj" fmla="val 18182"/>
            </a:avLst>
          </a:prstGeom>
          <a:solidFill>
            <a:srgbClr val="EBF4FD"/>
          </a:solidFill>
          <a:ln w="6350">
            <a:solidFill>
              <a:srgbClr val="1E88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886968"/>
            <a:ext cx="8412480" cy="219456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Ing. Jonathan Cedeño · Electrical Services JC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2514600" cy="1371600"/>
          </a:xfrm>
          <a:prstGeom prst="roundRect">
            <a:avLst>
              <a:gd name="adj" fmla="val 4000"/>
            </a:avLst>
          </a:prstGeom>
          <a:solidFill>
            <a:srgbClr val="000000"/>
          </a:solidFill>
          <a:ln w="12700">
            <a:solidFill>
              <a:srgbClr val="BBDEFB"/>
            </a:solidFill>
            <a:prstDash val="solid"/>
          </a:ln>
        </p:spPr>
      </p:sp>
      <p:pic>
        <p:nvPicPr>
          <p:cNvPr id="7" name="Image 0" descr="/tmp/claude-0/-home-user-kewei/9baee1fe-95ec-5175-8c53-515945a03ef9/scratchpad/pptx_build/tablero_3_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88720"/>
            <a:ext cx="2514600" cy="1371600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65760" y="2587752"/>
            <a:ext cx="2514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ELÉCTRICO SCI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2990088" y="1188720"/>
            <a:ext cx="2514600" cy="1371600"/>
          </a:xfrm>
          <a:prstGeom prst="roundRect">
            <a:avLst>
              <a:gd name="adj" fmla="val 4000"/>
            </a:avLst>
          </a:prstGeom>
          <a:solidFill>
            <a:srgbClr val="000000"/>
          </a:solidFill>
          <a:ln w="12700">
            <a:solidFill>
              <a:srgbClr val="BBDEFB"/>
            </a:solidFill>
            <a:prstDash val="solid"/>
          </a:ln>
        </p:spPr>
      </p:sp>
      <p:pic>
        <p:nvPicPr>
          <p:cNvPr id="10" name="Image 1" descr="/tmp/claude-0/-home-user-kewei/9baee1fe-95ec-5175-8c53-515945a03ef9/scratchpad/pptx_build/tablero_3_2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0088" y="1188720"/>
            <a:ext cx="2514600" cy="1371600"/>
          </a:xfrm>
          <a:prstGeom prst="ellipse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90088" y="2587752"/>
            <a:ext cx="2514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— ANTES</a:t>
            </a:r>
            <a:endParaRPr lang="en-US" sz="700" dirty="0"/>
          </a:p>
        </p:txBody>
      </p:sp>
      <p:sp>
        <p:nvSpPr>
          <p:cNvPr id="12" name="Shape 8"/>
          <p:cNvSpPr/>
          <p:nvPr/>
        </p:nvSpPr>
        <p:spPr>
          <a:xfrm>
            <a:off x="365760" y="2852928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 w="12700">
            <a:solidFill>
              <a:srgbClr val="BBDEFB"/>
            </a:solidFill>
            <a:prstDash val="solid"/>
          </a:ln>
        </p:spPr>
      </p:sp>
      <p:pic>
        <p:nvPicPr>
          <p:cNvPr id="13" name="Image 2" descr="/tmp/claude-0/-home-user-kewei/9baee1fe-95ec-5175-8c53-515945a03ef9/scratchpad/pptx_build/tablero_3_3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852928"/>
            <a:ext cx="2514600" cy="1097280"/>
          </a:xfrm>
          <a:prstGeom prst="ellipse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5760" y="3977640"/>
            <a:ext cx="2514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— DESPUÉS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2990088" y="2852928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 w="12700">
            <a:solidFill>
              <a:srgbClr val="BBDEFB"/>
            </a:solidFill>
            <a:prstDash val="solid"/>
          </a:ln>
        </p:spPr>
      </p:sp>
      <p:pic>
        <p:nvPicPr>
          <p:cNvPr id="16" name="Image 3" descr="/tmp/claude-0/-home-user-kewei/9baee1fe-95ec-5175-8c53-515945a03ef9/scratchpad/pptx_build/tablero_3_4.jp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0088" y="2852928"/>
            <a:ext cx="2514600" cy="1097280"/>
          </a:xfrm>
          <a:prstGeom prst="ellipse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990088" y="3977640"/>
            <a:ext cx="2514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INTERVENCIÓN</a:t>
            </a:r>
            <a:endParaRPr lang="en-US" sz="700" dirty="0"/>
          </a:p>
        </p:txBody>
      </p:sp>
      <p:sp>
        <p:nvSpPr>
          <p:cNvPr id="18" name="Shape 12"/>
          <p:cNvSpPr/>
          <p:nvPr/>
        </p:nvSpPr>
        <p:spPr>
          <a:xfrm>
            <a:off x="5852160" y="1188720"/>
            <a:ext cx="292608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961888" y="1298448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Hallazgos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61888" y="157276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053328" y="1517904"/>
            <a:ext cx="2596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Terminales recalentadas — Bomba 1 y Bomba 2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5961888" y="1746504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053328" y="1691640"/>
            <a:ext cx="2596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Conectores de manguito sellado dañados</a:t>
            </a:r>
            <a:endParaRPr lang="en-US" sz="800" dirty="0"/>
          </a:p>
        </p:txBody>
      </p:sp>
      <p:sp>
        <p:nvSpPr>
          <p:cNvPr id="24" name="Shape 18"/>
          <p:cNvSpPr/>
          <p:nvPr/>
        </p:nvSpPr>
        <p:spPr>
          <a:xfrm>
            <a:off x="5961888" y="1920240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053328" y="1865376"/>
            <a:ext cx="2596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componentes inspeccionados y normalizados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5961888" y="2075688"/>
            <a:ext cx="2706624" cy="201168"/>
          </a:xfrm>
          <a:prstGeom prst="roundRect">
            <a:avLst>
              <a:gd name="adj" fmla="val 18182"/>
            </a:avLst>
          </a:prstGeom>
          <a:solidFill>
            <a:srgbClr val="E8F5E9"/>
          </a:solidFill>
          <a:ln w="6350">
            <a:solidFill>
              <a:srgbClr val="A5D6A7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961888" y="2075688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✓  9/9 CONFORME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852160" y="233172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961888" y="2441448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Próximo mantenimiento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5961888" y="267919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de marzo de 2027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5852160" y="2926080"/>
            <a:ext cx="29260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961888" y="3017520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Bomba inspeccionada</a:t>
            </a:r>
            <a:endParaRPr lang="en-US" sz="1100" dirty="0"/>
          </a:p>
        </p:txBody>
      </p:sp>
      <p:pic>
        <p:nvPicPr>
          <p:cNvPr id="33" name="Image 4" descr="/tmp/claude-0/-home-user-kewei/9baee1fe-95ec-5175-8c53-515945a03ef9/scratchpad/pptx_build/tablero_4_1.jpe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888" y="3236976"/>
            <a:ext cx="2706624" cy="9966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Hallazgos · Evidencia fotográfica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Condiciones encontradas en campo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160520" cy="2194560"/>
          </a:xfrm>
          <a:prstGeom prst="roundRect">
            <a:avLst>
              <a:gd name="adj" fmla="val 2500"/>
            </a:avLst>
          </a:prstGeom>
          <a:solidFill>
            <a:srgbClr val="000000"/>
          </a:solidFill>
          <a:ln w="12700">
            <a:solidFill>
              <a:srgbClr val="BBDEFB"/>
            </a:solidFill>
            <a:prstDash val="solid"/>
          </a:ln>
        </p:spPr>
      </p:sp>
      <p:pic>
        <p:nvPicPr>
          <p:cNvPr id="5" name="Image 0" descr="/tmp/claude-0/-home-user-kewei/9baee1fe-95ec-5175-8c53-515945a03ef9/scratchpad/pptx_build/tablero_4_2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88720"/>
            <a:ext cx="4160520" cy="219456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3383280"/>
            <a:ext cx="41605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75488" y="349300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Terminales Recalentadas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3712464"/>
            <a:ext cx="39410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Terminales con signos de sobrecalentamiento en Bomba 1 y Bomba 2. Intervenidas y normalizadas. Se reemplazaron terminales y se verificó continuidad.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4617720" y="1188720"/>
            <a:ext cx="4160520" cy="2194560"/>
          </a:xfrm>
          <a:prstGeom prst="roundRect">
            <a:avLst>
              <a:gd name="adj" fmla="val 2500"/>
            </a:avLst>
          </a:prstGeom>
          <a:solidFill>
            <a:srgbClr val="000000"/>
          </a:solidFill>
          <a:ln w="12700">
            <a:solidFill>
              <a:srgbClr val="BBDEFB"/>
            </a:solidFill>
            <a:prstDash val="solid"/>
          </a:ln>
        </p:spPr>
      </p:sp>
      <p:pic>
        <p:nvPicPr>
          <p:cNvPr id="10" name="Image 1" descr="/tmp/claude-0/-home-user-kewei/9baee1fe-95ec-5175-8c53-515945a03ef9/scratchpad/pptx_build/tablero_4_3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88720"/>
            <a:ext cx="4160520" cy="2194560"/>
          </a:xfrm>
          <a:prstGeom prst="ellipse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617720" y="3383280"/>
            <a:ext cx="41605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27448" y="349300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Conector de Manguito Dañado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727448" y="3712464"/>
            <a:ext cx="39410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térmico visible en el conector. Reemplazo completo para garantizar continuidad eléctrica y seguridad operativa del circuito SCI.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Actividad 02 · Frecuencia Semanal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Operacional Semanal  Motobomba SCI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5029200" cy="3566160"/>
          </a:xfrm>
          <a:prstGeom prst="roundRect">
            <a:avLst>
              <a:gd name="adj" fmla="val 1538"/>
            </a:avLst>
          </a:prstGeom>
          <a:solidFill>
            <a:srgbClr val="000000"/>
          </a:solidFill>
          <a:ln w="12700">
            <a:solidFill>
              <a:srgbClr val="BBDEFB"/>
            </a:solidFill>
            <a:prstDash val="solid"/>
          </a:ln>
        </p:spPr>
      </p:sp>
      <p:pic>
        <p:nvPicPr>
          <p:cNvPr id="5" name="Image 0" descr="/tmp/claude-0/-home-user-kewei/9baee1fe-95ec-5175-8c53-515945a03ef9/scratchpad/pptx_build/fotos_moto/WhatsApp Image 2026-09-08 at 1.22.11 PM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88720"/>
            <a:ext cx="5029200" cy="356616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0" y="1188720"/>
            <a:ext cx="31089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779008" y="1298448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Objetivo de la prueba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779008" y="157276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70448" y="1517904"/>
            <a:ext cx="2779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arranque automático y manual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779008" y="1746504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870448" y="1691640"/>
            <a:ext cx="2779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presión y caudal operativo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779008" y="1920240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70448" y="1865376"/>
            <a:ext cx="2779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Garantizar disponibilidad ante emergencia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779008" y="2093976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70448" y="2039112"/>
            <a:ext cx="2779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temprana de anomalías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779008" y="2249424"/>
            <a:ext cx="2889504" cy="201168"/>
          </a:xfrm>
          <a:prstGeom prst="roundRect">
            <a:avLst>
              <a:gd name="adj" fmla="val 18182"/>
            </a:avLst>
          </a:prstGeom>
          <a:solidFill>
            <a:srgbClr val="E8F5E9"/>
          </a:solidFill>
          <a:ln w="6350">
            <a:solidFill>
              <a:srgbClr val="A5D6A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779008" y="2249424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✓  OPERATIVA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669280" y="3200400"/>
            <a:ext cx="31089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779008" y="3310128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¿Por qué es crítica?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779008" y="3401568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prueba semanal garantiza que el equipo responderá al 100% ante un evento real. Un SCI inoperativo en emergencia puede tener consecuencias irreversibles para la planta y el personal.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Actividad 03 · Salud Ocupacional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Ajuste y Capacitación  Respiradores ARMOR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2606040" cy="2011680"/>
          </a:xfrm>
          <a:prstGeom prst="roundRect">
            <a:avLst>
              <a:gd name="adj" fmla="val 2727"/>
            </a:avLst>
          </a:prstGeom>
          <a:solidFill>
            <a:srgbClr val="000000"/>
          </a:solidFill>
          <a:ln w="12700">
            <a:solidFill>
              <a:srgbClr val="BBDEFB"/>
            </a:solidFill>
            <a:prstDash val="solid"/>
          </a:ln>
        </p:spPr>
      </p:sp>
      <p:pic>
        <p:nvPicPr>
          <p:cNvPr id="5" name="Image 0" descr="/tmp/claude-0/-home-user-kewei/9baee1fe-95ec-5175-8c53-515945a03ef9/scratchpad/pptx_build/fotos_zip/WhatsApp Image 2026-09-08 at 1.17.34 PM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2606040" cy="2011680"/>
          </a:xfrm>
          <a:prstGeom prst="ellipse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5760" y="3182112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AL PERSONAL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3127248" y="1143000"/>
            <a:ext cx="2606040" cy="2011680"/>
          </a:xfrm>
          <a:prstGeom prst="roundRect">
            <a:avLst>
              <a:gd name="adj" fmla="val 2727"/>
            </a:avLst>
          </a:prstGeom>
          <a:solidFill>
            <a:srgbClr val="000000"/>
          </a:solidFill>
          <a:ln w="12700">
            <a:solidFill>
              <a:srgbClr val="BBDEFB"/>
            </a:solidFill>
            <a:prstDash val="solid"/>
          </a:ln>
        </p:spPr>
      </p:sp>
      <p:pic>
        <p:nvPicPr>
          <p:cNvPr id="8" name="Image 1" descr="/tmp/claude-0/-home-user-kewei/9baee1fe-95ec-5175-8c53-515945a03ef9/scratchpad/pptx_build/fotos_zip/WhatsApp Image 2026-09-08 at 1.17.34 PM (1)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248" y="1143000"/>
            <a:ext cx="2606040" cy="2011680"/>
          </a:xfrm>
          <a:prstGeom prst="ellipse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127248" y="3182112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AJUSTE INDIVIDUAL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5888736" y="1143000"/>
            <a:ext cx="2606040" cy="2011680"/>
          </a:xfrm>
          <a:prstGeom prst="roundRect">
            <a:avLst>
              <a:gd name="adj" fmla="val 2727"/>
            </a:avLst>
          </a:prstGeom>
          <a:solidFill>
            <a:srgbClr val="000000"/>
          </a:solidFill>
          <a:ln w="12700">
            <a:solidFill>
              <a:srgbClr val="BBDEFB"/>
            </a:solidFill>
            <a:prstDash val="solid"/>
          </a:ln>
        </p:spPr>
      </p:sp>
      <p:pic>
        <p:nvPicPr>
          <p:cNvPr id="11" name="Image 2" descr="/tmp/claude-0/-home-user-kewei/9baee1fe-95ec-5175-8c53-515945a03ef9/scratchpad/pptx_build/fotos_zip/WhatsApp Image 2026-09-08 at 1.17.34 PM (2)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1143000"/>
            <a:ext cx="2606040" cy="2011680"/>
          </a:xfrm>
          <a:prstGeom prst="ellipse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888736" y="3182112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EN PLANTA</a:t>
            </a:r>
            <a:endParaRPr lang="en-US" sz="700" dirty="0"/>
          </a:p>
        </p:txBody>
      </p:sp>
      <p:sp>
        <p:nvSpPr>
          <p:cNvPr id="13" name="Shape 8"/>
          <p:cNvSpPr/>
          <p:nvPr/>
        </p:nvSpPr>
        <p:spPr>
          <a:xfrm>
            <a:off x="365760" y="3383280"/>
            <a:ext cx="841248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75488" y="3493008"/>
            <a:ext cx="8193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Puntos cubiertos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5488" y="376732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66928" y="3712464"/>
            <a:ext cx="8083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del respirador según tarea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475488" y="3941064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66928" y="3886200"/>
            <a:ext cx="8083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correcta de colocación · Prueba de ajuste positiva y negativa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475488" y="4114800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66928" y="4059936"/>
            <a:ext cx="8083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 de vida útil del filtro · Almacenamiento y limpieza del equipo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475488" y="4288536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66928" y="4233672"/>
            <a:ext cx="8083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ARMOR — certificación vigente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Gestión Digital · Departamento SST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Repositorio Digital EHS — Plantabal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9144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Centralización de herramientas, formatos e inspecciones en plataformas digitales desarrolladas internamente.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2560320" cy="1005840"/>
          </a:xfrm>
          <a:prstGeom prst="roundRect">
            <a:avLst>
              <a:gd name="adj" fmla="val 5455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4173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920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>
                    <a:alpha val="85000"/>
                  </a:srgbClr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ACTIVAS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127248" y="1325880"/>
            <a:ext cx="2560320" cy="1005840"/>
          </a:xfrm>
          <a:prstGeom prst="roundRect">
            <a:avLst>
              <a:gd name="adj" fmla="val 5455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27248" y="14173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127248" y="1920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>
                    <a:alpha val="85000"/>
                  </a:srgbClr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HTML LOCALES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888736" y="1325880"/>
            <a:ext cx="2560320" cy="1005840"/>
          </a:xfrm>
          <a:prstGeom prst="roundRect">
            <a:avLst>
              <a:gd name="adj" fmla="val 5455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88736" y="14173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5888736" y="1920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>
                    <a:alpha val="85000"/>
                  </a:srgbClr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EXTERNAS</a:t>
            </a:r>
            <a:endParaRPr lang="en-US" sz="750" dirty="0"/>
          </a:p>
        </p:txBody>
      </p:sp>
      <p:pic>
        <p:nvPicPr>
          <p:cNvPr id="14" name="Image 0" descr="/tmp/claude-0/-home-user-kewei/9baee1fe-95ec-5175-8c53-515945a03ef9/scratchpad/pptx_build/app_ind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261872"/>
            <a:ext cx="3657600" cy="356616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365760" y="2423160"/>
            <a:ext cx="4434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488" y="251460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 EHS desarrolladas internamente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" y="2798064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web alojadas en GitHub Pages que permiten inspecciones, registros y seguimiento en tiempo real desde cualquier dispositivo.</a:t>
            </a: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Cero costo de infraestructura</a:t>
            </a: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Acceso sin instalación</a:t>
            </a: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Actualizaciones inmediatas</a:t>
            </a: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Evidencia digital trazable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Aplicaciones locales · GitHub Pages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 EHS desarrolladas internamente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70432"/>
            <a:ext cx="1572768" cy="187452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5" name="Image 0" descr="/tmp/claude-0/-home-user-kewei/9baee1fe-95ec-5175-8c53-515945a03ef9/scratchpad/pptx_build/app_induc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70432"/>
            <a:ext cx="1572768" cy="1234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2377440"/>
            <a:ext cx="1572768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38912" y="2459736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INDUCCIÓN EHS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38912" y="2660904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Tiempo real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2103120" y="1170432"/>
            <a:ext cx="1572768" cy="187452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10" name="Image 1" descr="/tmp/claude-0/-home-user-kewei/9baee1fe-95ec-5175-8c53-515945a03ef9/scratchpad/pptx_build/app_extinto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170432"/>
            <a:ext cx="1572768" cy="1234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103120" y="2377440"/>
            <a:ext cx="1572768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176272" y="2459736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EXTINTORES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176272" y="2660904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Inspección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3840480" y="1170432"/>
            <a:ext cx="1572768" cy="187452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15" name="Image 2" descr="/tmp/claude-0/-home-user-kewei/9baee1fe-95ec-5175-8c53-515945a03ef9/scratchpad/pptx_build/app_brigada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1170432"/>
            <a:ext cx="1572768" cy="12344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3840480" y="2377440"/>
            <a:ext cx="1572768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913632" y="2459736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BRIGADAS</a:t>
            </a:r>
            <a:endParaRPr lang="en-US" sz="850" dirty="0"/>
          </a:p>
        </p:txBody>
      </p:sp>
      <p:sp>
        <p:nvSpPr>
          <p:cNvPr id="18" name="Text 13"/>
          <p:cNvSpPr txBox="1"/>
          <p:nvPr/>
        </p:nvSpPr>
        <p:spPr>
          <a:xfrm>
            <a:off x="3913632" y="2660904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Registro</a:t>
            </a:r>
            <a:endParaRPr lang="en-US" sz="700" dirty="0"/>
          </a:p>
        </p:txBody>
      </p:sp>
      <p:sp>
        <p:nvSpPr>
          <p:cNvPr id="19" name="Shape 14"/>
          <p:cNvSpPr/>
          <p:nvPr/>
        </p:nvSpPr>
        <p:spPr>
          <a:xfrm>
            <a:off x="5577840" y="1170432"/>
            <a:ext cx="1572768" cy="187452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20" name="Image 3" descr="/tmp/claude-0/-home-user-kewei/9baee1fe-95ec-5175-8c53-515945a03ef9/scratchpad/pptx_build/app_iper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1170432"/>
            <a:ext cx="1572768" cy="123444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5577840" y="2377440"/>
            <a:ext cx="1572768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650992" y="2459736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IPERC</a:t>
            </a:r>
            <a:endParaRPr lang="en-US" sz="850" dirty="0"/>
          </a:p>
        </p:txBody>
      </p:sp>
      <p:sp>
        <p:nvSpPr>
          <p:cNvPr id="23" name="Text 17"/>
          <p:cNvSpPr txBox="1"/>
          <p:nvPr/>
        </p:nvSpPr>
        <p:spPr>
          <a:xfrm>
            <a:off x="5650992" y="2660904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Riesgos</a:t>
            </a:r>
            <a:endParaRPr lang="en-US" sz="700" dirty="0"/>
          </a:p>
        </p:txBody>
      </p:sp>
      <p:sp>
        <p:nvSpPr>
          <p:cNvPr id="24" name="Shape 18"/>
          <p:cNvSpPr/>
          <p:nvPr/>
        </p:nvSpPr>
        <p:spPr>
          <a:xfrm>
            <a:off x="7315200" y="1170432"/>
            <a:ext cx="1572768" cy="187452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25" name="Image 4" descr="/tmp/claude-0/-home-user-kewei/9baee1fe-95ec-5175-8c53-515945a03ef9/scratchpad/pptx_build/app_appp_ambien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170432"/>
            <a:ext cx="1572768" cy="123444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7315200" y="2377440"/>
            <a:ext cx="1572768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7388352" y="2459736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 AMBIENTE</a:t>
            </a:r>
            <a:endParaRPr lang="en-US" sz="850" dirty="0"/>
          </a:p>
        </p:txBody>
      </p:sp>
      <p:sp>
        <p:nvSpPr>
          <p:cNvPr id="28" name="Text 21"/>
          <p:cNvSpPr txBox="1"/>
          <p:nvPr/>
        </p:nvSpPr>
        <p:spPr>
          <a:xfrm>
            <a:off x="7388352" y="2660904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Seguimiento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externas · Google Workspace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Aplicaciones Web y Apps Script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841248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399032"/>
            <a:ext cx="621792" cy="621792"/>
          </a:xfrm>
          <a:prstGeom prst="roundRect">
            <a:avLst>
              <a:gd name="adj" fmla="val 8824"/>
            </a:avLst>
          </a:prstGeom>
          <a:solidFill>
            <a:srgbClr val="EBF4FD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3990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36245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Inspecciones SST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58191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y seguimiento de inspecciones de seguridad y salud en el trabajo.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93408" y="1581912"/>
            <a:ext cx="1078992" cy="219456"/>
          </a:xfrm>
          <a:prstGeom prst="roundRect">
            <a:avLst>
              <a:gd name="adj" fmla="val 50000"/>
            </a:avLst>
          </a:prstGeom>
          <a:solidFill>
            <a:srgbClr val="EBF4FD"/>
          </a:solidFill>
          <a:ln w="6350">
            <a:solidFill>
              <a:srgbClr val="1E88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93408" y="1581912"/>
            <a:ext cx="1078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SCRIPT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65760" y="2331720"/>
            <a:ext cx="841248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496312"/>
            <a:ext cx="621792" cy="621792"/>
          </a:xfrm>
          <a:prstGeom prst="roundRect">
            <a:avLst>
              <a:gd name="adj" fmla="val 8824"/>
            </a:avLst>
          </a:prstGeom>
          <a:solidFill>
            <a:srgbClr val="EBF4FD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249631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45973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Evalúa SST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67919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condiciones de seguridad y generación de reportes automáticos.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620256" y="2679192"/>
            <a:ext cx="1152144" cy="219456"/>
          </a:xfrm>
          <a:prstGeom prst="roundRect">
            <a:avLst>
              <a:gd name="adj" fmla="val 50000"/>
            </a:avLst>
          </a:prstGeom>
          <a:solidFill>
            <a:srgbClr val="EBF4FD"/>
          </a:solidFill>
          <a:ln w="6350">
            <a:solidFill>
              <a:srgbClr val="1E88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20256" y="2679192"/>
            <a:ext cx="115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GOOGLE FORMS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65760" y="3429000"/>
            <a:ext cx="841248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593592"/>
            <a:ext cx="621792" cy="621792"/>
          </a:xfrm>
          <a:prstGeom prst="roundRect">
            <a:avLst>
              <a:gd name="adj" fmla="val 8824"/>
            </a:avLst>
          </a:prstGeom>
          <a:solidFill>
            <a:srgbClr val="EBF4FD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" y="35935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♻️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55701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Auditoría de Segregación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377647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segregación de residuos sólidos y seguimiento de cumplimiento ambiental.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47104" y="3776472"/>
            <a:ext cx="1225296" cy="219456"/>
          </a:xfrm>
          <a:prstGeom prst="roundRect">
            <a:avLst>
              <a:gd name="adj" fmla="val 50000"/>
            </a:avLst>
          </a:prstGeom>
          <a:solidFill>
            <a:srgbClr val="E8F5E9"/>
          </a:solidFill>
          <a:ln w="6350">
            <a:solidFill>
              <a:srgbClr val="A5D6A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47104" y="3776472"/>
            <a:ext cx="1225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E7D32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GOOGLE SHEETS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2026-09-08T20:08:27Z</dcterms:created>
  <dcterms:modified xsi:type="dcterms:W3CDTF">2026-09-08T20:08:27Z</dcterms:modified>
</cp:coreProperties>
</file>