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1188720"/>
            <a:ext cx="4754880" cy="4754880"/>
          </a:xfrm>
          <a:prstGeom prst="ellipse">
            <a:avLst/>
          </a:prstGeom>
          <a:ln w="508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-457200"/>
            <a:ext cx="3291840" cy="3291840"/>
          </a:xfrm>
          <a:prstGeom prst="ellipse">
            <a:avLst/>
          </a:prstGeom>
          <a:ln w="508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PLANTABAL · DEPARTAMENTO SST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98448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REPORTE</a:t>
            </a:r>
            <a:endParaRPr lang="en-US" sz="6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SEMANAL SST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16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 36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7355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>
                    <a:alpha val="70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– 07 de Septiembre,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1965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SCI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15768" y="3730752"/>
            <a:ext cx="135697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3730752"/>
            <a:ext cx="13569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MOTOBOMBA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182466" y="3730752"/>
            <a:ext cx="1492301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2466" y="3730752"/>
            <a:ext cx="14923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RESPIRADORES ARMOR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784494" y="3730752"/>
            <a:ext cx="1830629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84494" y="3730752"/>
            <a:ext cx="18306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EHS DIGITAL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01 · 05 Septiembre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Eléctrico de Control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86968"/>
            <a:ext cx="3163824" cy="201168"/>
          </a:xfrm>
          <a:prstGeom prst="roundRect">
            <a:avLst>
              <a:gd name="adj" fmla="val 18182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886968"/>
            <a:ext cx="3163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Ing. Jonathan Cedeño · Electrical Services JC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7" name="Image 0" descr="/tmp/claude-0/-home-user-kewei/9baee1fe-95ec-5175-8c53-515945a03ef9/scratchpad/pptx_build/tablero_3_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216152"/>
            <a:ext cx="2487168" cy="1316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ELÉCTRICO SCI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301752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3_2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44952" y="1216152"/>
            <a:ext cx="2487168" cy="1316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1752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ANTES</a:t>
            </a:r>
            <a:endParaRPr lang="en-US" sz="650" dirty="0"/>
          </a:p>
        </p:txBody>
      </p:sp>
      <p:sp>
        <p:nvSpPr>
          <p:cNvPr id="12" name="Shape 8"/>
          <p:cNvSpPr/>
          <p:nvPr/>
        </p:nvSpPr>
        <p:spPr>
          <a:xfrm>
            <a:off x="36576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3" name="Image 2" descr="/tmp/claude-0/-home-user-kewei/9baee1fe-95ec-5175-8c53-515945a03ef9/scratchpad/pptx_build/tablero_3_3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3192" y="2871216"/>
            <a:ext cx="2487168" cy="10424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DESPUÉS</a:t>
            </a:r>
            <a:endParaRPr lang="en-US" sz="650" dirty="0"/>
          </a:p>
        </p:txBody>
      </p:sp>
      <p:sp>
        <p:nvSpPr>
          <p:cNvPr id="15" name="Shape 10"/>
          <p:cNvSpPr/>
          <p:nvPr/>
        </p:nvSpPr>
        <p:spPr>
          <a:xfrm>
            <a:off x="301752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6" name="Image 3" descr="/tmp/claude-0/-home-user-kewei/9baee1fe-95ec-5175-8c53-515945a03ef9/scratchpad/pptx_build/tablero_3_4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044952" y="2871216"/>
            <a:ext cx="2487168" cy="10424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01752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INTERVENCIÓN</a:t>
            </a:r>
            <a:endParaRPr lang="en-US" sz="650" dirty="0"/>
          </a:p>
        </p:txBody>
      </p:sp>
      <p:sp>
        <p:nvSpPr>
          <p:cNvPr id="18" name="Shape 12"/>
          <p:cNvSpPr/>
          <p:nvPr/>
        </p:nvSpPr>
        <p:spPr>
          <a:xfrm>
            <a:off x="5806440" y="118872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925312" y="128930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25312" y="154533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025896" y="149961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recalentadas — Bomba 1 y Bomba 2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925312" y="172821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025896" y="168249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de manguito sellado dañados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925312" y="191109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025896" y="186537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componentes inspeccionados y normalizados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925312" y="2084832"/>
            <a:ext cx="273405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925312" y="2084832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9/9 CONFORME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806440" y="2322576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925312" y="2423160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Próximo mantenimiento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925312" y="2651760"/>
            <a:ext cx="2734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 marzo de 2027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806440" y="2889504"/>
            <a:ext cx="2971800" cy="1435608"/>
          </a:xfrm>
          <a:prstGeom prst="roundRect">
            <a:avLst>
              <a:gd name="adj" fmla="val 382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925312" y="298094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Bomba inspeccionada</a:t>
            </a:r>
            <a:endParaRPr lang="en-US" sz="1100" dirty="0"/>
          </a:p>
        </p:txBody>
      </p:sp>
      <p:pic>
        <p:nvPicPr>
          <p:cNvPr id="33" name="Image 4" descr="/tmp/claude-0/-home-user-kewei/9baee1fe-95ec-5175-8c53-515945a03ef9/scratchpad/pptx_build/tablero_4_1.jpe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925312" y="3200400"/>
            <a:ext cx="273405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 · Evidencia fotográfica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Condiciones encontradas en campo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tablero_4_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105656" cy="21854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Terminales Recalentadas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con signos de sobrecalentamiento en Bomba 1 y Bomba 2. Intervenidas y normalizadas. Se reemplazaron terminales y se verificó continuidad.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61772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4_3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197864"/>
            <a:ext cx="4105656" cy="21854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1772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2744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Conector de Manguito Dañado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2744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térmico visible en el conector. Reemplazo completo para garantizar continuidad eléctrica y seguridad operativa del circuito SCI.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02 · Frecuencia Semanal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Operacional Semanal — Motobomba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moto/WhatsApp Image 2026-09-08 at 1.22.11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974336" cy="36027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23560" y="1170432"/>
            <a:ext cx="3154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42432" y="127101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 de la prueba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42432" y="152704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43016" y="148132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arranque automático y manual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42432" y="17099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43016" y="166420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presión y caudal operativo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42432" y="18928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43016" y="184708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disponibilidad ante emergencia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42432" y="20756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43016" y="202996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temprana de anomalías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742432" y="2249424"/>
            <a:ext cx="291693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42432" y="2249424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OPERATIVA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23560" y="3145536"/>
            <a:ext cx="3154680" cy="1682496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42432" y="323697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¿Por qué es crítica?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742432" y="3456432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semanal garantiza que el equipo responderá al 100% ante un evento real. Un SCI inoperativo en emergencia puede tener consecuencias irreversibles para la planta y el personal.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03 · Salud Ocupacional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Ajuste y Capacitación — Respiradores ARMOR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zip/WhatsApp Image 2026-09-08 at 1.17.34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43000"/>
            <a:ext cx="2578608" cy="2002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AL PERSONAL</a:t>
            </a:r>
            <a:endParaRPr lang="en-US" sz="650" dirty="0"/>
          </a:p>
        </p:txBody>
      </p:sp>
      <p:sp>
        <p:nvSpPr>
          <p:cNvPr id="7" name="Shape 4"/>
          <p:cNvSpPr/>
          <p:nvPr/>
        </p:nvSpPr>
        <p:spPr>
          <a:xfrm>
            <a:off x="315468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8" name="Image 1" descr="/tmp/claude-0/-home-user-kewei/9baee1fe-95ec-5175-8c53-515945a03ef9/scratchpad/pptx_build/fotos_zip/WhatsApp Image 2026-09-08 at 1.17.34 PM (1)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143000"/>
            <a:ext cx="2578608" cy="20025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INDIVIDUAL</a:t>
            </a:r>
            <a:endParaRPr lang="en-US" sz="650" dirty="0"/>
          </a:p>
        </p:txBody>
      </p:sp>
      <p:sp>
        <p:nvSpPr>
          <p:cNvPr id="10" name="Shape 6"/>
          <p:cNvSpPr/>
          <p:nvPr/>
        </p:nvSpPr>
        <p:spPr>
          <a:xfrm>
            <a:off x="594360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1" name="Image 2" descr="/tmp/claude-0/-home-user-kewei/9baee1fe-95ec-5175-8c53-515945a03ef9/scratchpad/pptx_build/fotos_zip/WhatsApp Image 2026-09-08 at 1.17.34 PM (2)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71032" y="1143000"/>
            <a:ext cx="2578608" cy="20025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94360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EN PLANTA</a:t>
            </a:r>
            <a:endParaRPr lang="en-US" sz="650" dirty="0"/>
          </a:p>
        </p:txBody>
      </p:sp>
      <p:sp>
        <p:nvSpPr>
          <p:cNvPr id="13" name="Shape 8"/>
          <p:cNvSpPr/>
          <p:nvPr/>
        </p:nvSpPr>
        <p:spPr>
          <a:xfrm>
            <a:off x="365760" y="3410712"/>
            <a:ext cx="8412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84632" y="3511296"/>
            <a:ext cx="8174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Puntos cubiertos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84632" y="37673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72160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respirador según tarea · Técnica correcta de colocación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484632" y="39502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85216" y="390448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positiva y negativa · Reconocimiento de vida útil del filtro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484632" y="41330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5216" y="408736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y limpieza del equipo · Marca ARMOR — certificación vigente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Gestión Digital · Departamento SST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Digital EHS — Plantabal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9326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Centralización de herramientas, formatos e inspecciones en plataformas digitales desarrolladas internamente.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ACTIVAS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035808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35808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HTML LOCALES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705856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05856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5705856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</a:t>
            </a:r>
            <a:endParaRPr lang="en-US" sz="750" dirty="0"/>
          </a:p>
        </p:txBody>
      </p:sp>
      <p:pic>
        <p:nvPicPr>
          <p:cNvPr id="14" name="Image 0" descr="/tmp/claude-0/-home-user-kewei/9baee1fe-95ec-5175-8c53-515945a03ef9/scratchpad/pptx_build/app_inde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74920" y="1261872"/>
            <a:ext cx="3703320" cy="354787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5760" y="2423160"/>
            <a:ext cx="44805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" y="2523744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" y="2807208"/>
            <a:ext cx="4242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web en GitHub Pages para inspecciones, registros y seguimiento en tiempo real desde cualquier dispositivo.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Cero costo de infraestructura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Acceso sin instalación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Actualizaciones inmediatas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Evidencia digital trazable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locales · GitHub Pages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616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app_induc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" y="1115568"/>
            <a:ext cx="2011680" cy="1371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8912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INDUCCIÓN EHS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8912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Tiempo real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app_extintor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96312" y="1115568"/>
            <a:ext cx="2011680" cy="1371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96312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78608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EXTINTORES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2578608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Inspección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636008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5" name="Image 2" descr="/tmp/claude-0/-home-user-kewei/9baee1fe-95ec-5175-8c53-515945a03ef9/scratchpad/pptx_build/app_brigad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6008" y="1115568"/>
            <a:ext cx="2011680" cy="13716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36008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18304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BRIGADAS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18304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Registro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775704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0" name="Image 3" descr="/tmp/claude-0/-home-user-kewei/9baee1fe-95ec-5175-8c53-515945a03ef9/scratchpad/pptx_build/app_iperc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75704" y="1115568"/>
            <a:ext cx="2011680" cy="13716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775704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58000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IPERC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Riesgos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1426464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5" name="Image 4" descr="/tmp/claude-0/-home-user-kewei/9baee1fe-95ec-5175-8c53-515945a03ef9/scratchpad/pptx_build/app_appp_ambient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426464" y="3255264"/>
            <a:ext cx="2011680" cy="1371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1426464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1508760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 AMBIENTE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1508760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Seguimiento</a:t>
            </a:r>
            <a:endParaRPr lang="en-US" sz="700" dirty="0"/>
          </a:p>
        </p:txBody>
      </p:sp>
      <p:sp>
        <p:nvSpPr>
          <p:cNvPr id="29" name="Shape 22"/>
          <p:cNvSpPr/>
          <p:nvPr/>
        </p:nvSpPr>
        <p:spPr>
          <a:xfrm>
            <a:off x="3566160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0" name="Image 5" descr="/tmp/claude-0/-home-user-kewei/9baee1fe-95ec-5175-8c53-515945a03ef9/scratchpad/pptx_build/app_inspeccion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566160" y="3255264"/>
            <a:ext cx="2011680" cy="13716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3566160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3648456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3648456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Campo</a:t>
            </a:r>
            <a:endParaRPr lang="en-US" sz="700" dirty="0"/>
          </a:p>
        </p:txBody>
      </p:sp>
      <p:sp>
        <p:nvSpPr>
          <p:cNvPr id="34" name="Shape 26"/>
          <p:cNvSpPr/>
          <p:nvPr/>
        </p:nvSpPr>
        <p:spPr>
          <a:xfrm>
            <a:off x="5705856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5" name="Image 6" descr="/tmp/claude-0/-home-user-kewei/9baee1fe-95ec-5175-8c53-515945a03ef9/scratchpad/pptx_build/app_evalu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705856" y="3255264"/>
            <a:ext cx="2011680" cy="137160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5705856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788152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788152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Evaluación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 · Google Workspace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Web y Apps Script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1380744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2064" y="1380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35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5727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inspecciones de campo con registro automático en Google Sheets.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93408" y="155448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93408" y="155448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65760" y="2322576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49631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4963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45059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883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conocimientos en seguridad para personal operativo con puntaje automático.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693408" y="2670048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670048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5760" y="3438144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361188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" y="36118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♻️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5661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Auditoría de Segregación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80390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segregación de residuos sólidos y seguimiento de cumplimiento ambiental.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47104" y="37856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37856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GOOGLE SHEETS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2026-09-08T20:19:52Z</dcterms:created>
  <dcterms:modified xsi:type="dcterms:W3CDTF">2026-09-08T20:19:52Z</dcterms:modified>
</cp:coreProperties>
</file>